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022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0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0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2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6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7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7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3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3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E623B-6D96-4047-A7A3-4E58E055B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7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41F77-454D-4479-AAEB-F299FB11A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436258" cy="3204134"/>
          </a:xfrm>
        </p:spPr>
        <p:txBody>
          <a:bodyPr anchor="b">
            <a:normAutofit/>
          </a:bodyPr>
          <a:lstStyle/>
          <a:p>
            <a:r>
              <a:rPr lang="en-GB" sz="4800" dirty="0"/>
              <a:t>The Battle of Neighbourhoods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80AFD-A622-4D24-BCFE-4668624BE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GB" sz="2000" dirty="0"/>
              <a:t>Pizza Tour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17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8B658-0C73-462D-8794-4FAC7F59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049EF-BF62-47C6-BB01-789E7261A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b="0" i="0" dirty="0">
                <a:solidFill>
                  <a:srgbClr val="000000"/>
                </a:solidFill>
                <a:effectLst/>
                <a:latin typeface="Helvetica Neue"/>
              </a:rPr>
              <a:t>For all those tourists who have always wanted to go on a pizza adventure in the US and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Helvetica Neue"/>
              </a:rPr>
              <a:t>dont</a:t>
            </a:r>
            <a:r>
              <a:rPr lang="en-GB" b="0" i="0" dirty="0">
                <a:solidFill>
                  <a:srgbClr val="000000"/>
                </a:solidFill>
                <a:effectLst/>
                <a:latin typeface="Helvetica Neue"/>
              </a:rPr>
              <a:t> know where to look, I propose a new solution by exploring pizza joint locations in major US cities.</a:t>
            </a:r>
          </a:p>
          <a:p>
            <a:endParaRPr lang="en-GB" dirty="0"/>
          </a:p>
        </p:txBody>
      </p:sp>
      <p:pic>
        <p:nvPicPr>
          <p:cNvPr id="1026" name="Picture 2" descr="Domino's Pizza - Pizza Place - 46 Reviews - 42 Photos | Facebook">
            <a:extLst>
              <a:ext uri="{FF2B5EF4-FFF2-40B4-BE49-F238E27FC236}">
                <a16:creationId xmlns:a16="http://schemas.microsoft.com/office/drawing/2014/main" id="{61E4AD82-3139-4A1D-B41C-2C69B8809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512" y="4325112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EE0D-A960-4F02-818C-AA0B7558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Destinations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641DC-9225-4B71-98F4-70851787E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New York</a:t>
            </a:r>
          </a:p>
          <a:p>
            <a:r>
              <a:rPr lang="en-GB" dirty="0"/>
              <a:t>Jersey City</a:t>
            </a:r>
          </a:p>
          <a:p>
            <a:r>
              <a:rPr lang="en-GB" dirty="0"/>
              <a:t>Chicago</a:t>
            </a:r>
          </a:p>
          <a:p>
            <a:r>
              <a:rPr lang="en-GB" dirty="0"/>
              <a:t>Boston</a:t>
            </a:r>
          </a:p>
          <a:p>
            <a:r>
              <a:rPr lang="en-GB" dirty="0"/>
              <a:t>San Francisco</a:t>
            </a:r>
          </a:p>
        </p:txBody>
      </p:sp>
    </p:spTree>
    <p:extLst>
      <p:ext uri="{BB962C8B-B14F-4D97-AF65-F5344CB8AC3E}">
        <p14:creationId xmlns:p14="http://schemas.microsoft.com/office/powerpoint/2010/main" val="4140390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7A1B-8A1E-474B-AA65-7AB0E119A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EB10-DB2B-40E0-AE46-BCFDA9E7D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Calculated the centre of all Pizza places</a:t>
            </a:r>
          </a:p>
          <a:p>
            <a:r>
              <a:rPr lang="en-GB" dirty="0"/>
              <a:t>Calculated distance from each pizza place to the centre</a:t>
            </a:r>
          </a:p>
          <a:p>
            <a:r>
              <a:rPr lang="en-GB" dirty="0"/>
              <a:t>Ranked the cities based on lowest average distances</a:t>
            </a:r>
          </a:p>
        </p:txBody>
      </p:sp>
    </p:spTree>
    <p:extLst>
      <p:ext uri="{BB962C8B-B14F-4D97-AF65-F5344CB8AC3E}">
        <p14:creationId xmlns:p14="http://schemas.microsoft.com/office/powerpoint/2010/main" val="2108439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2BE9-C0EC-4969-BC68-29FEA037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 York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1D60BC-31F3-46AE-968F-8D0837034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2135" y="2534194"/>
            <a:ext cx="5315692" cy="3581900"/>
          </a:xfrm>
        </p:spPr>
      </p:pic>
    </p:spTree>
    <p:extLst>
      <p:ext uri="{BB962C8B-B14F-4D97-AF65-F5344CB8AC3E}">
        <p14:creationId xmlns:p14="http://schemas.microsoft.com/office/powerpoint/2010/main" val="1204710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4530-025B-446F-AD41-46AA60CA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Chicago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E57EF-4FA2-46C7-9F59-A21D2DAD8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24BE2-4E15-4451-9DE2-22A7C5991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226" y="2478024"/>
            <a:ext cx="4020111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4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D041-02DD-44DF-90A3-08EC898B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San Francisco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53DBB-018C-4EFD-90A1-6B7375DEA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1D580-20B0-4389-98B6-774EEB417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92" y="2729452"/>
            <a:ext cx="3877216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10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76706-9153-4C99-B229-1A261ECC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Jersey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923B3-FD9E-4B0C-B51C-E8960F2D3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D41A41-3773-417F-B281-01C58A9B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918" y="2478024"/>
            <a:ext cx="4220164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31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0BED-A8A3-464C-AA0E-741CBC60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Boston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1AA57-12E9-483F-9A31-A6B341E04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835D4-E137-4174-B01C-9E8A8018A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077" y="2738978"/>
            <a:ext cx="3477110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04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066F-9F95-4EEC-88A2-9B370879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982FC-BBE9-49A5-99DC-330E0F5C9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1. Jersey City</a:t>
            </a:r>
          </a:p>
          <a:p>
            <a:r>
              <a:rPr lang="en-GB" dirty="0"/>
              <a:t>2. New York</a:t>
            </a:r>
          </a:p>
          <a:p>
            <a:r>
              <a:rPr lang="en-GB" dirty="0"/>
              <a:t>3. San Francisco</a:t>
            </a:r>
          </a:p>
          <a:p>
            <a:r>
              <a:rPr lang="en-GB" dirty="0"/>
              <a:t>4. Boston</a:t>
            </a:r>
          </a:p>
          <a:p>
            <a:r>
              <a:rPr lang="en-GB" dirty="0"/>
              <a:t>5. Chicago</a:t>
            </a:r>
          </a:p>
        </p:txBody>
      </p:sp>
    </p:spTree>
    <p:extLst>
      <p:ext uri="{BB962C8B-B14F-4D97-AF65-F5344CB8AC3E}">
        <p14:creationId xmlns:p14="http://schemas.microsoft.com/office/powerpoint/2010/main" val="265510756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LeftStep">
      <a:dk1>
        <a:srgbClr val="000000"/>
      </a:dk1>
      <a:lt1>
        <a:srgbClr val="FFFFFF"/>
      </a:lt1>
      <a:dk2>
        <a:srgbClr val="233D3C"/>
      </a:dk2>
      <a:lt2>
        <a:srgbClr val="E8E7E2"/>
      </a:lt2>
      <a:accent1>
        <a:srgbClr val="708CEC"/>
      </a:accent1>
      <a:accent2>
        <a:srgbClr val="46ADE7"/>
      </a:accent2>
      <a:accent3>
        <a:srgbClr val="3EB5AE"/>
      </a:accent3>
      <a:accent4>
        <a:srgbClr val="39B87C"/>
      </a:accent4>
      <a:accent5>
        <a:srgbClr val="34BC43"/>
      </a:accent5>
      <a:accent6>
        <a:srgbClr val="62B53E"/>
      </a:accent6>
      <a:hlink>
        <a:srgbClr val="8F8256"/>
      </a:hlink>
      <a:folHlink>
        <a:srgbClr val="848484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Helvetica Neue</vt:lpstr>
      <vt:lpstr>Arial</vt:lpstr>
      <vt:lpstr>Avenir Next LT Pro</vt:lpstr>
      <vt:lpstr>Calibri</vt:lpstr>
      <vt:lpstr>AccentBoxVTI</vt:lpstr>
      <vt:lpstr>The Battle of Neighbourhoods </vt:lpstr>
      <vt:lpstr>Introduction</vt:lpstr>
      <vt:lpstr>Destinations</vt:lpstr>
      <vt:lpstr>Methodology</vt:lpstr>
      <vt:lpstr>New York</vt:lpstr>
      <vt:lpstr>Chicago</vt:lpstr>
      <vt:lpstr>San Francisco</vt:lpstr>
      <vt:lpstr>Jersey City</vt:lpstr>
      <vt:lpstr>Boston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Battle of Neighbourhoods </dc:title>
  <dc:creator>Liyue Song</dc:creator>
  <cp:lastModifiedBy>Liyue Song</cp:lastModifiedBy>
  <cp:revision>1</cp:revision>
  <dcterms:created xsi:type="dcterms:W3CDTF">2020-07-28T15:35:18Z</dcterms:created>
  <dcterms:modified xsi:type="dcterms:W3CDTF">2020-07-28T15:45:52Z</dcterms:modified>
</cp:coreProperties>
</file>